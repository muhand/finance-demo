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One-minute version: this is a research assistant that only answers from a company's own SEC filings, so every statement can be traced to a document. Walk the three steps on the left, then point at the citation chip on the mockup: that chip is the whole point. The bottom tiles are the trust story: sources, freshness, coverage. Close on the footer: it is a research tool, not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company anything, grounded in its SEC filings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stock, ask a plain-English question, and get today's price plus an answer built only from what the company has filed with the SEC. Every claim links back to its source.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99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837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Apple’s biggest risks this year?”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258568"/>
            <a:ext cx="457200" cy="457200"/>
          </a:xfrm>
          <a:prstGeom prst="ellipse">
            <a:avLst/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6829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240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the company’s own filings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and quarterly reports, straight from the SEC.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916936"/>
            <a:ext cx="457200" cy="457200"/>
          </a:xfrm>
          <a:prstGeom prst="ellipse">
            <a:avLst/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2666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898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cited answer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Headline, key points, risks, and today’s quote.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0" y="155448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0" y="155448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EDF3EF"/>
          </a:solidFill>
          <a:ln w="12700">
            <a:solidFill>
              <a:srgbClr val="EDF3E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736592" y="1554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 </a:t>
            </a:r>
            <a:pPr indent="0" marL="0">
              <a:buNone/>
            </a:pPr>
            <a:r>
              <a:rPr lang="en-US" sz="10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Inc.   </a:t>
            </a:r>
            <a:pPr indent="0" marL="0">
              <a:buNone/>
            </a:pPr>
            <a:r>
              <a:rPr lang="en-US" sz="10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$231.40  </a:t>
            </a:r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1.2%  </a:t>
            </a:r>
            <a:pPr indent="0" marL="0">
              <a:buNone/>
            </a:pPr>
            <a:r>
              <a:rPr lang="en-US" sz="1050" i="1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quote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736592" y="201168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concentration and China exposure remain the largest disclosed risks.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736592" y="2423160"/>
            <a:ext cx="3785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concentration: iPhone is more than half of sales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most final assembly in a single region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action on App Store fees in the EU and US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36592" y="3236976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82696"/>
            <a:ext cx="128016" cy="12801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992624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· filed 2025-11-01 · Item 1A Risk Factors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7772400" y="32552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57200" y="3703320"/>
            <a:ext cx="2560320" cy="932688"/>
          </a:xfrm>
          <a:prstGeom prst="roundRect">
            <a:avLst>
              <a:gd name="adj" fmla="val 7843"/>
            </a:avLst>
          </a:prstGeom>
          <a:solidFill>
            <a:srgbClr val="EDF3EF"/>
          </a:solidFill>
          <a:ln w="12700">
            <a:solidFill>
              <a:srgbClr val="EDF3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94360" y="3840480"/>
            <a:ext cx="329184" cy="329184"/>
          </a:xfrm>
          <a:prstGeom prst="ellipse">
            <a:avLst/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922776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24128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you can check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the filing, the section, and the exact excerpt it came from.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291840" y="3703320"/>
            <a:ext cx="2560320" cy="932688"/>
          </a:xfrm>
          <a:prstGeom prst="roundRect">
            <a:avLst>
              <a:gd name="adj" fmla="val 7843"/>
            </a:avLst>
          </a:prstGeom>
          <a:solidFill>
            <a:srgbClr val="EDF3EF"/>
          </a:solidFill>
          <a:ln w="12700">
            <a:solidFill>
              <a:srgbClr val="EDF3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429000" y="3840480"/>
            <a:ext cx="329184" cy="329184"/>
          </a:xfrm>
          <a:prstGeom prst="ellipse">
            <a:avLst/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3922776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858768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when it matters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34290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filings are picked up automatically. Otherwise past research is reused and only the price refreshes.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126480" y="3703320"/>
            <a:ext cx="2560320" cy="932688"/>
          </a:xfrm>
          <a:prstGeom prst="roundRect">
            <a:avLst>
              <a:gd name="adj" fmla="val 7843"/>
            </a:avLst>
          </a:prstGeom>
          <a:solidFill>
            <a:srgbClr val="EDF3EF"/>
          </a:solidFill>
          <a:ln w="12700">
            <a:solidFill>
              <a:srgbClr val="EDF3E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263640" y="3840480"/>
            <a:ext cx="329184" cy="329184"/>
          </a:xfrm>
          <a:prstGeom prst="ellipse">
            <a:avLst/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922776"/>
            <a:ext cx="164592" cy="16459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693408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coverage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626364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roughly 10,000 US-listed companies in the SEC’s public directory.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" y="47731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· 129 automated tests passing, fully offline · Sept 2026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6400800" y="4773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tool, not investment advice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2026-09-02T22:17:59Z</dcterms:created>
  <dcterms:modified xsi:type="dcterms:W3CDTF">2026-09-02T22:17:59Z</dcterms:modified>
</cp:coreProperties>
</file>